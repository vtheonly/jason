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{{slides.0.title}}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{{slides.0.subtitle}}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{{slides.1.title}}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{{slides.2.title}}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{{slides.2.markdown_body}}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